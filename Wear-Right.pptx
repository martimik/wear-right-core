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7"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letusosa" id="{E306C9B2-FA06-4A06-820D-C1738A7F82B1}">
          <p14:sldIdLst>
            <p14:sldId id="256"/>
            <p14:sldId id="257"/>
            <p14:sldId id="258"/>
            <p14:sldId id="259"/>
            <p14:sldId id="260"/>
            <p14:sldId id="261"/>
            <p14:sldId id="266"/>
            <p14:sldId id="262"/>
            <p14:sldId id="267"/>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AAA1EA-F2FC-856E-6450-51FC8238DF25}" v="2" dt="2019-04-22T21:06:39.0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p:cNvSpPr>
            <a:spLocks noGrp="1"/>
          </p:cNvSpPr>
          <p:nvPr>
            <p:ph type="ctrTitle"/>
          </p:nvPr>
        </p:nvSpPr>
        <p:spPr>
          <a:xfrm>
            <a:off x="1524000" y="1122363"/>
            <a:ext cx="9144000" cy="2387600"/>
          </a:xfrm>
        </p:spPr>
        <p:txBody>
          <a:bodyPr anchor="b"/>
          <a:lstStyle>
            <a:lvl1pPr algn="ctr">
              <a:defRPr sz="6000"/>
            </a:lvl1pPr>
          </a:lstStyle>
          <a:p>
            <a:r>
              <a:rPr lang="fi-FI"/>
              <a:t>Muokkaa perustyyl. napsautt.</a:t>
            </a:r>
            <a:endParaRPr lang="en-US"/>
          </a:p>
        </p:txBody>
      </p:sp>
      <p:sp>
        <p:nvSpPr>
          <p:cNvPr id="3" name="Alaotsikk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i-FI"/>
              <a:t>Muokkaa alaotsikon perustyyliä napsautt.</a:t>
            </a:r>
            <a:endParaRPr lang="en-US"/>
          </a:p>
        </p:txBody>
      </p:sp>
      <p:sp>
        <p:nvSpPr>
          <p:cNvPr id="4" name="Päivämäärän paikkamerkki 3"/>
          <p:cNvSpPr>
            <a:spLocks noGrp="1"/>
          </p:cNvSpPr>
          <p:nvPr>
            <p:ph type="dt" sz="half" idx="10"/>
          </p:nvPr>
        </p:nvSpPr>
        <p:spPr/>
        <p:txBody>
          <a:bodyPr/>
          <a:lstStyle/>
          <a:p>
            <a:fld id="{CE2DE4F8-8404-4A9F-A7F6-0D8B9A36F3FE}" type="datetimeFigureOut">
              <a:rPr lang="en-US" smtClean="0"/>
              <a:t>4/22/2019</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309387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Sisällön paikkamerkki 2"/>
          <p:cNvSpPr>
            <a:spLocks noGrp="1"/>
          </p:cNvSpPr>
          <p:nvPr>
            <p:ph idx="1"/>
          </p:nvPr>
        </p:nvSpPr>
        <p:spPr/>
        <p:txBody>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p:cNvSpPr>
            <a:spLocks noGrp="1"/>
          </p:cNvSpPr>
          <p:nvPr>
            <p:ph type="dt" sz="half" idx="10"/>
          </p:nvPr>
        </p:nvSpPr>
        <p:spPr/>
        <p:txBody>
          <a:bodyPr/>
          <a:lstStyle/>
          <a:p>
            <a:fld id="{CE2DE4F8-8404-4A9F-A7F6-0D8B9A36F3FE}" type="datetimeFigureOut">
              <a:rPr lang="en-US" smtClean="0"/>
              <a:t>4/22/2019</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101044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p:cNvSpPr>
            <a:spLocks noGrp="1"/>
          </p:cNvSpPr>
          <p:nvPr>
            <p:ph type="title"/>
          </p:nvPr>
        </p:nvSpPr>
        <p:spPr>
          <a:xfrm>
            <a:off x="831850" y="1709738"/>
            <a:ext cx="10515600" cy="2852737"/>
          </a:xfrm>
        </p:spPr>
        <p:txBody>
          <a:bodyPr anchor="b"/>
          <a:lstStyle>
            <a:lvl1pPr>
              <a:defRPr sz="6000"/>
            </a:lvl1pPr>
          </a:lstStyle>
          <a:p>
            <a:r>
              <a:rPr lang="fi-FI"/>
              <a:t>Muokkaa perustyyl. napsautt.</a:t>
            </a:r>
            <a:endParaRPr lang="en-US"/>
          </a:p>
        </p:txBody>
      </p:sp>
      <p:sp>
        <p:nvSpPr>
          <p:cNvPr id="3" name="Tekstin paikkamerkki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i-FI"/>
              <a:t>Muokkaa tekstin perustyylejä</a:t>
            </a:r>
          </a:p>
        </p:txBody>
      </p:sp>
      <p:sp>
        <p:nvSpPr>
          <p:cNvPr id="4" name="Päivämäärän paikkamerkki 3"/>
          <p:cNvSpPr>
            <a:spLocks noGrp="1"/>
          </p:cNvSpPr>
          <p:nvPr>
            <p:ph type="dt" sz="half" idx="10"/>
          </p:nvPr>
        </p:nvSpPr>
        <p:spPr/>
        <p:txBody>
          <a:bodyPr/>
          <a:lstStyle/>
          <a:p>
            <a:fld id="{CE2DE4F8-8404-4A9F-A7F6-0D8B9A36F3FE}" type="datetimeFigureOut">
              <a:rPr lang="en-US" smtClean="0"/>
              <a:t>4/22/2019</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775811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Sisällön paikkamerkki 2"/>
          <p:cNvSpPr>
            <a:spLocks noGrp="1"/>
          </p:cNvSpPr>
          <p:nvPr>
            <p:ph sz="half" idx="1"/>
          </p:nvPr>
        </p:nvSpPr>
        <p:spPr>
          <a:xfrm>
            <a:off x="838200" y="1825625"/>
            <a:ext cx="5181600" cy="4351338"/>
          </a:xfrm>
        </p:spPr>
        <p:txBody>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Sisällön paikkamerkki 3"/>
          <p:cNvSpPr>
            <a:spLocks noGrp="1"/>
          </p:cNvSpPr>
          <p:nvPr>
            <p:ph sz="half" idx="2"/>
          </p:nvPr>
        </p:nvSpPr>
        <p:spPr>
          <a:xfrm>
            <a:off x="6172200" y="1825625"/>
            <a:ext cx="5181600" cy="4351338"/>
          </a:xfrm>
        </p:spPr>
        <p:txBody>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5" name="Päivämäärän paikkamerkki 4"/>
          <p:cNvSpPr>
            <a:spLocks noGrp="1"/>
          </p:cNvSpPr>
          <p:nvPr>
            <p:ph type="dt" sz="half" idx="10"/>
          </p:nvPr>
        </p:nvSpPr>
        <p:spPr/>
        <p:txBody>
          <a:bodyPr/>
          <a:lstStyle/>
          <a:p>
            <a:fld id="{CE2DE4F8-8404-4A9F-A7F6-0D8B9A36F3FE}" type="datetimeFigureOut">
              <a:rPr lang="en-US" smtClean="0"/>
              <a:t>4/22/2019</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6565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p:cNvSpPr>
            <a:spLocks noGrp="1"/>
          </p:cNvSpPr>
          <p:nvPr>
            <p:ph type="title"/>
          </p:nvPr>
        </p:nvSpPr>
        <p:spPr>
          <a:xfrm>
            <a:off x="839788" y="365125"/>
            <a:ext cx="10515600" cy="1325563"/>
          </a:xfrm>
        </p:spPr>
        <p:txBody>
          <a:bodyPr/>
          <a:lstStyle/>
          <a:p>
            <a:r>
              <a:rPr lang="fi-FI"/>
              <a:t>Muokkaa perustyyl. napsautt.</a:t>
            </a:r>
            <a:endParaRPr lang="en-US"/>
          </a:p>
        </p:txBody>
      </p:sp>
      <p:sp>
        <p:nvSpPr>
          <p:cNvPr id="3" name="Tekstin paikkamerkki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a:t>
            </a:r>
          </a:p>
        </p:txBody>
      </p:sp>
      <p:sp>
        <p:nvSpPr>
          <p:cNvPr id="4" name="Sisällön paikkamerkki 3"/>
          <p:cNvSpPr>
            <a:spLocks noGrp="1"/>
          </p:cNvSpPr>
          <p:nvPr>
            <p:ph sz="half" idx="2"/>
          </p:nvPr>
        </p:nvSpPr>
        <p:spPr>
          <a:xfrm>
            <a:off x="839788" y="2505075"/>
            <a:ext cx="5157787" cy="3684588"/>
          </a:xfrm>
        </p:spPr>
        <p:txBody>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kstin paikkamerkki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a:t>
            </a:r>
          </a:p>
        </p:txBody>
      </p:sp>
      <p:sp>
        <p:nvSpPr>
          <p:cNvPr id="6" name="Sisällön paikkamerkki 5"/>
          <p:cNvSpPr>
            <a:spLocks noGrp="1"/>
          </p:cNvSpPr>
          <p:nvPr>
            <p:ph sz="quarter" idx="4"/>
          </p:nvPr>
        </p:nvSpPr>
        <p:spPr>
          <a:xfrm>
            <a:off x="6172200" y="2505075"/>
            <a:ext cx="5183188" cy="3684588"/>
          </a:xfrm>
        </p:spPr>
        <p:txBody>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7" name="Päivämäärän paikkamerkki 6"/>
          <p:cNvSpPr>
            <a:spLocks noGrp="1"/>
          </p:cNvSpPr>
          <p:nvPr>
            <p:ph type="dt" sz="half" idx="10"/>
          </p:nvPr>
        </p:nvSpPr>
        <p:spPr/>
        <p:txBody>
          <a:bodyPr/>
          <a:lstStyle/>
          <a:p>
            <a:fld id="{CE2DE4F8-8404-4A9F-A7F6-0D8B9A36F3FE}" type="datetimeFigureOut">
              <a:rPr lang="en-US" smtClean="0"/>
              <a:t>4/22/2019</a:t>
            </a:fld>
            <a:endParaRPr lang="en-US"/>
          </a:p>
        </p:txBody>
      </p:sp>
      <p:sp>
        <p:nvSpPr>
          <p:cNvPr id="8" name="Alatunnisteen paikkamerkki 7"/>
          <p:cNvSpPr>
            <a:spLocks noGrp="1"/>
          </p:cNvSpPr>
          <p:nvPr>
            <p:ph type="ftr" sz="quarter" idx="11"/>
          </p:nvPr>
        </p:nvSpPr>
        <p:spPr/>
        <p:txBody>
          <a:bodyPr/>
          <a:lstStyle/>
          <a:p>
            <a:endParaRPr lang="en-US"/>
          </a:p>
        </p:txBody>
      </p:sp>
      <p:sp>
        <p:nvSpPr>
          <p:cNvPr id="9" name="Dian numeron paikkamerkki 8"/>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75028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Päivämäärän paikkamerkki 2"/>
          <p:cNvSpPr>
            <a:spLocks noGrp="1"/>
          </p:cNvSpPr>
          <p:nvPr>
            <p:ph type="dt" sz="half" idx="10"/>
          </p:nvPr>
        </p:nvSpPr>
        <p:spPr/>
        <p:txBody>
          <a:bodyPr/>
          <a:lstStyle/>
          <a:p>
            <a:fld id="{CE2DE4F8-8404-4A9F-A7F6-0D8B9A36F3FE}" type="datetimeFigureOut">
              <a:rPr lang="en-US" smtClean="0"/>
              <a:t>4/22/2019</a:t>
            </a:fld>
            <a:endParaRPr lang="en-US"/>
          </a:p>
        </p:txBody>
      </p:sp>
      <p:sp>
        <p:nvSpPr>
          <p:cNvPr id="4" name="Alatunnisteen paikkamerkki 3"/>
          <p:cNvSpPr>
            <a:spLocks noGrp="1"/>
          </p:cNvSpPr>
          <p:nvPr>
            <p:ph type="ftr" sz="quarter" idx="11"/>
          </p:nvPr>
        </p:nvSpPr>
        <p:spPr/>
        <p:txBody>
          <a:bodyPr/>
          <a:lstStyle/>
          <a:p>
            <a:endParaRPr lang="en-US"/>
          </a:p>
        </p:txBody>
      </p:sp>
      <p:sp>
        <p:nvSpPr>
          <p:cNvPr id="5" name="Dian numeron paikkamerkki 4"/>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4270019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p:cNvSpPr>
            <a:spLocks noGrp="1"/>
          </p:cNvSpPr>
          <p:nvPr>
            <p:ph type="dt" sz="half" idx="10"/>
          </p:nvPr>
        </p:nvSpPr>
        <p:spPr/>
        <p:txBody>
          <a:bodyPr/>
          <a:lstStyle/>
          <a:p>
            <a:fld id="{CE2DE4F8-8404-4A9F-A7F6-0D8B9A36F3FE}" type="datetimeFigureOut">
              <a:rPr lang="en-US" smtClean="0"/>
              <a:t>4/22/2019</a:t>
            </a:fld>
            <a:endParaRPr lang="en-US"/>
          </a:p>
        </p:txBody>
      </p:sp>
      <p:sp>
        <p:nvSpPr>
          <p:cNvPr id="3" name="Alatunnisteen paikkamerkki 2"/>
          <p:cNvSpPr>
            <a:spLocks noGrp="1"/>
          </p:cNvSpPr>
          <p:nvPr>
            <p:ph type="ftr" sz="quarter" idx="11"/>
          </p:nvPr>
        </p:nvSpPr>
        <p:spPr/>
        <p:txBody>
          <a:bodyPr/>
          <a:lstStyle/>
          <a:p>
            <a:endParaRPr lang="en-US"/>
          </a:p>
        </p:txBody>
      </p:sp>
      <p:sp>
        <p:nvSpPr>
          <p:cNvPr id="4" name="Dian numeron paikkamerkki 3"/>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2727693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tsikollinen sisältö">
    <p:spTree>
      <p:nvGrpSpPr>
        <p:cNvPr id="1" name=""/>
        <p:cNvGrpSpPr/>
        <p:nvPr/>
      </p:nvGrpSpPr>
      <p:grpSpPr>
        <a:xfrm>
          <a:off x="0" y="0"/>
          <a:ext cx="0" cy="0"/>
          <a:chOff x="0" y="0"/>
          <a:chExt cx="0" cy="0"/>
        </a:xfrm>
      </p:grpSpPr>
      <p:sp>
        <p:nvSpPr>
          <p:cNvPr id="2" name="Otsikko 1"/>
          <p:cNvSpPr>
            <a:spLocks noGrp="1"/>
          </p:cNvSpPr>
          <p:nvPr>
            <p:ph type="title"/>
          </p:nvPr>
        </p:nvSpPr>
        <p:spPr>
          <a:xfrm>
            <a:off x="839788" y="457200"/>
            <a:ext cx="3932237" cy="1600200"/>
          </a:xfrm>
        </p:spPr>
        <p:txBody>
          <a:bodyPr anchor="b"/>
          <a:lstStyle>
            <a:lvl1pPr>
              <a:defRPr sz="3200"/>
            </a:lvl1pPr>
          </a:lstStyle>
          <a:p>
            <a:r>
              <a:rPr lang="fi-FI"/>
              <a:t>Muokkaa perustyyl. napsautt.</a:t>
            </a:r>
            <a:endParaRPr lang="en-US"/>
          </a:p>
        </p:txBody>
      </p:sp>
      <p:sp>
        <p:nvSpPr>
          <p:cNvPr id="3" name="Sisällön paikkamerkk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Tekstin paikkamerkki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a:t>
            </a:r>
          </a:p>
        </p:txBody>
      </p:sp>
      <p:sp>
        <p:nvSpPr>
          <p:cNvPr id="5" name="Päivämäärän paikkamerkki 4"/>
          <p:cNvSpPr>
            <a:spLocks noGrp="1"/>
          </p:cNvSpPr>
          <p:nvPr>
            <p:ph type="dt" sz="half" idx="10"/>
          </p:nvPr>
        </p:nvSpPr>
        <p:spPr/>
        <p:txBody>
          <a:bodyPr/>
          <a:lstStyle/>
          <a:p>
            <a:fld id="{CE2DE4F8-8404-4A9F-A7F6-0D8B9A36F3FE}" type="datetimeFigureOut">
              <a:rPr lang="en-US" smtClean="0"/>
              <a:t>4/22/2019</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162380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tsikollinen kuva">
    <p:spTree>
      <p:nvGrpSpPr>
        <p:cNvPr id="1" name=""/>
        <p:cNvGrpSpPr/>
        <p:nvPr/>
      </p:nvGrpSpPr>
      <p:grpSpPr>
        <a:xfrm>
          <a:off x="0" y="0"/>
          <a:ext cx="0" cy="0"/>
          <a:chOff x="0" y="0"/>
          <a:chExt cx="0" cy="0"/>
        </a:xfrm>
      </p:grpSpPr>
      <p:sp>
        <p:nvSpPr>
          <p:cNvPr id="2" name="Otsikko 1"/>
          <p:cNvSpPr>
            <a:spLocks noGrp="1"/>
          </p:cNvSpPr>
          <p:nvPr>
            <p:ph type="title"/>
          </p:nvPr>
        </p:nvSpPr>
        <p:spPr>
          <a:xfrm>
            <a:off x="839788" y="457200"/>
            <a:ext cx="3932237" cy="1600200"/>
          </a:xfrm>
        </p:spPr>
        <p:txBody>
          <a:bodyPr anchor="b"/>
          <a:lstStyle>
            <a:lvl1pPr>
              <a:defRPr sz="3200"/>
            </a:lvl1pPr>
          </a:lstStyle>
          <a:p>
            <a:r>
              <a:rPr lang="fi-FI"/>
              <a:t>Muokkaa perustyyl. napsautt.</a:t>
            </a:r>
            <a:endParaRPr lang="en-US"/>
          </a:p>
        </p:txBody>
      </p:sp>
      <p:sp>
        <p:nvSpPr>
          <p:cNvPr id="3" name="Kuvan paikkamerkki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kstin paikkamerkki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a:t>
            </a:r>
          </a:p>
        </p:txBody>
      </p:sp>
      <p:sp>
        <p:nvSpPr>
          <p:cNvPr id="5" name="Päivämäärän paikkamerkki 4"/>
          <p:cNvSpPr>
            <a:spLocks noGrp="1"/>
          </p:cNvSpPr>
          <p:nvPr>
            <p:ph type="dt" sz="half" idx="10"/>
          </p:nvPr>
        </p:nvSpPr>
        <p:spPr/>
        <p:txBody>
          <a:bodyPr/>
          <a:lstStyle/>
          <a:p>
            <a:fld id="{CE2DE4F8-8404-4A9F-A7F6-0D8B9A36F3FE}" type="datetimeFigureOut">
              <a:rPr lang="en-US" smtClean="0"/>
              <a:t>4/22/2019</a:t>
            </a:fld>
            <a:endParaRPr lang="en-US"/>
          </a:p>
        </p:txBody>
      </p:sp>
      <p:sp>
        <p:nvSpPr>
          <p:cNvPr id="6" name="Alatunnisteen paikkamerkki 5"/>
          <p:cNvSpPr>
            <a:spLocks noGrp="1"/>
          </p:cNvSpPr>
          <p:nvPr>
            <p:ph type="ftr" sz="quarter" idx="11"/>
          </p:nvPr>
        </p:nvSpPr>
        <p:spPr/>
        <p:txBody>
          <a:bodyPr/>
          <a:lstStyle/>
          <a:p>
            <a:endParaRPr lang="en-US"/>
          </a:p>
        </p:txBody>
      </p:sp>
      <p:sp>
        <p:nvSpPr>
          <p:cNvPr id="7" name="Dian numeron paikkamerkki 6"/>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139172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a:t>Muokkaa perustyyl. napsautt.</a:t>
            </a:r>
            <a:endParaRPr lang="en-US"/>
          </a:p>
        </p:txBody>
      </p:sp>
      <p:sp>
        <p:nvSpPr>
          <p:cNvPr id="3" name="Pystysuoran tekstin paikkamerkki 2"/>
          <p:cNvSpPr>
            <a:spLocks noGrp="1"/>
          </p:cNvSpPr>
          <p:nvPr>
            <p:ph type="body" orient="vert" idx="1"/>
          </p:nvPr>
        </p:nvSpPr>
        <p:spPr/>
        <p:txBody>
          <a:bodyPr vert="eaVert"/>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p:cNvSpPr>
            <a:spLocks noGrp="1"/>
          </p:cNvSpPr>
          <p:nvPr>
            <p:ph type="dt" sz="half" idx="10"/>
          </p:nvPr>
        </p:nvSpPr>
        <p:spPr/>
        <p:txBody>
          <a:bodyPr/>
          <a:lstStyle/>
          <a:p>
            <a:fld id="{CE2DE4F8-8404-4A9F-A7F6-0D8B9A36F3FE}" type="datetimeFigureOut">
              <a:rPr lang="en-US" smtClean="0"/>
              <a:t>4/22/2019</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117160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p:cNvSpPr>
            <a:spLocks noGrp="1"/>
          </p:cNvSpPr>
          <p:nvPr>
            <p:ph type="title" orient="vert"/>
          </p:nvPr>
        </p:nvSpPr>
        <p:spPr>
          <a:xfrm>
            <a:off x="8724900" y="365125"/>
            <a:ext cx="2628900" cy="5811838"/>
          </a:xfrm>
        </p:spPr>
        <p:txBody>
          <a:bodyPr vert="eaVert"/>
          <a:lstStyle/>
          <a:p>
            <a:r>
              <a:rPr lang="fi-FI"/>
              <a:t>Muokkaa perustyyl. napsautt.</a:t>
            </a:r>
            <a:endParaRPr lang="en-US"/>
          </a:p>
        </p:txBody>
      </p:sp>
      <p:sp>
        <p:nvSpPr>
          <p:cNvPr id="3" name="Pystysuoran tekstin paikkamerkki 2"/>
          <p:cNvSpPr>
            <a:spLocks noGrp="1"/>
          </p:cNvSpPr>
          <p:nvPr>
            <p:ph type="body" orient="vert" idx="1"/>
          </p:nvPr>
        </p:nvSpPr>
        <p:spPr>
          <a:xfrm>
            <a:off x="838200" y="365125"/>
            <a:ext cx="7734300" cy="5811838"/>
          </a:xfrm>
        </p:spPr>
        <p:txBody>
          <a:bodyPr vert="eaVert"/>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p:cNvSpPr>
            <a:spLocks noGrp="1"/>
          </p:cNvSpPr>
          <p:nvPr>
            <p:ph type="dt" sz="half" idx="10"/>
          </p:nvPr>
        </p:nvSpPr>
        <p:spPr/>
        <p:txBody>
          <a:bodyPr/>
          <a:lstStyle/>
          <a:p>
            <a:fld id="{CE2DE4F8-8404-4A9F-A7F6-0D8B9A36F3FE}" type="datetimeFigureOut">
              <a:rPr lang="en-US" smtClean="0"/>
              <a:t>4/22/2019</a:t>
            </a:fld>
            <a:endParaRPr lang="en-US"/>
          </a:p>
        </p:txBody>
      </p:sp>
      <p:sp>
        <p:nvSpPr>
          <p:cNvPr id="5" name="Alatunnisteen paikkamerkki 4"/>
          <p:cNvSpPr>
            <a:spLocks noGrp="1"/>
          </p:cNvSpPr>
          <p:nvPr>
            <p:ph type="ftr" sz="quarter" idx="11"/>
          </p:nvPr>
        </p:nvSpPr>
        <p:spPr/>
        <p:txBody>
          <a:bodyPr/>
          <a:lstStyle/>
          <a:p>
            <a:endParaRPr lang="en-US"/>
          </a:p>
        </p:txBody>
      </p:sp>
      <p:sp>
        <p:nvSpPr>
          <p:cNvPr id="6" name="Dian numeron paikkamerkki 5"/>
          <p:cNvSpPr>
            <a:spLocks noGrp="1"/>
          </p:cNvSpPr>
          <p:nvPr>
            <p:ph type="sldNum" sz="quarter" idx="12"/>
          </p:nvPr>
        </p:nvSpPr>
        <p:spPr/>
        <p:txBody>
          <a:bodyPr/>
          <a:lstStyle/>
          <a:p>
            <a:fld id="{FCD1EB77-0DFD-429A-9E2F-F94A8963A40B}" type="slidenum">
              <a:rPr lang="en-US" smtClean="0"/>
              <a:t>‹#›</a:t>
            </a:fld>
            <a:endParaRPr lang="en-US"/>
          </a:p>
        </p:txBody>
      </p:sp>
    </p:spTree>
    <p:extLst>
      <p:ext uri="{BB962C8B-B14F-4D97-AF65-F5344CB8AC3E}">
        <p14:creationId xmlns:p14="http://schemas.microsoft.com/office/powerpoint/2010/main" val="642410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tsikon paikkamerkki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i-FI"/>
              <a:t>Muokkaa perustyyl. napsautt.</a:t>
            </a:r>
            <a:endParaRPr lang="en-US"/>
          </a:p>
        </p:txBody>
      </p:sp>
      <p:sp>
        <p:nvSpPr>
          <p:cNvPr id="3" name="Tekstin paikkamerkki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i-FI"/>
              <a:t>Muokkaa tekstin perustyylejä</a:t>
            </a:r>
          </a:p>
          <a:p>
            <a:pPr lvl="1"/>
            <a:r>
              <a:rPr lang="fi-FI"/>
              <a:t>toinen taso</a:t>
            </a:r>
          </a:p>
          <a:p>
            <a:pPr lvl="2"/>
            <a:r>
              <a:rPr lang="fi-FI"/>
              <a:t>kolmas taso</a:t>
            </a:r>
          </a:p>
          <a:p>
            <a:pPr lvl="3"/>
            <a:r>
              <a:rPr lang="fi-FI"/>
              <a:t>neljäs taso</a:t>
            </a:r>
          </a:p>
          <a:p>
            <a:pPr lvl="4"/>
            <a:r>
              <a:rPr lang="fi-FI"/>
              <a:t>viides taso</a:t>
            </a:r>
            <a:endParaRPr lang="en-US"/>
          </a:p>
        </p:txBody>
      </p:sp>
      <p:sp>
        <p:nvSpPr>
          <p:cNvPr id="4" name="Päivämäärän paikkamerkki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DE4F8-8404-4A9F-A7F6-0D8B9A36F3FE}" type="datetimeFigureOut">
              <a:rPr lang="en-US" smtClean="0"/>
              <a:t>4/22/2019</a:t>
            </a:fld>
            <a:endParaRPr lang="en-US"/>
          </a:p>
        </p:txBody>
      </p:sp>
      <p:sp>
        <p:nvSpPr>
          <p:cNvPr id="5" name="Alatunnisteen paikkamerk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Dian numeron paikkamerkki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D1EB77-0DFD-429A-9E2F-F94A8963A40B}" type="slidenum">
              <a:rPr lang="en-US" smtClean="0"/>
              <a:t>‹#›</a:t>
            </a:fld>
            <a:endParaRPr lang="en-US"/>
          </a:p>
        </p:txBody>
      </p:sp>
    </p:spTree>
    <p:extLst>
      <p:ext uri="{BB962C8B-B14F-4D97-AF65-F5344CB8AC3E}">
        <p14:creationId xmlns:p14="http://schemas.microsoft.com/office/powerpoint/2010/main" val="814180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team-b-2019.pages.labranet.jamk.fi/sourc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ctrTitle"/>
          </p:nvPr>
        </p:nvSpPr>
        <p:spPr/>
        <p:txBody>
          <a:bodyPr/>
          <a:lstStyle/>
          <a:p>
            <a:r>
              <a:rPr lang="fi-FI" dirty="0" err="1">
                <a:latin typeface="Eras Light ITC" panose="020B0402030504020804" pitchFamily="34" charset="0"/>
              </a:rPr>
              <a:t>Wear-Right</a:t>
            </a:r>
            <a:endParaRPr lang="en-US" dirty="0">
              <a:latin typeface="Eras Light ITC" panose="020B0402030504020804" pitchFamily="34" charset="0"/>
            </a:endParaRPr>
          </a:p>
        </p:txBody>
      </p:sp>
      <p:sp>
        <p:nvSpPr>
          <p:cNvPr id="3" name="Alaotsikko 2"/>
          <p:cNvSpPr>
            <a:spLocks noGrp="1"/>
          </p:cNvSpPr>
          <p:nvPr>
            <p:ph type="subTitle" idx="1"/>
          </p:nvPr>
        </p:nvSpPr>
        <p:spPr/>
        <p:txBody>
          <a:bodyPr/>
          <a:lstStyle/>
          <a:p>
            <a:r>
              <a:rPr lang="fi-FI" dirty="0">
                <a:latin typeface="Eras Light ITC" panose="020B0402030504020804" pitchFamily="34" charset="0"/>
              </a:rPr>
              <a:t>Team-B</a:t>
            </a:r>
            <a:endParaRPr lang="en-US" dirty="0">
              <a:latin typeface="Eras Light ITC" panose="020B0402030504020804" pitchFamily="34" charset="0"/>
            </a:endParaRPr>
          </a:p>
        </p:txBody>
      </p:sp>
    </p:spTree>
    <p:extLst>
      <p:ext uri="{BB962C8B-B14F-4D97-AF65-F5344CB8AC3E}">
        <p14:creationId xmlns:p14="http://schemas.microsoft.com/office/powerpoint/2010/main" val="942108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Team-B</a:t>
            </a:r>
            <a:endParaRPr lang="en-US" dirty="0">
              <a:latin typeface="Eras Light ITC" panose="020B0402030504020804" pitchFamily="34" charset="0"/>
            </a:endParaRPr>
          </a:p>
        </p:txBody>
      </p:sp>
      <p:sp>
        <p:nvSpPr>
          <p:cNvPr id="4" name="Sisällön paikkamerkki 3"/>
          <p:cNvSpPr>
            <a:spLocks noGrp="1"/>
          </p:cNvSpPr>
          <p:nvPr>
            <p:ph idx="1"/>
          </p:nvPr>
        </p:nvSpPr>
        <p:spPr/>
        <p:txBody>
          <a:bodyPr/>
          <a:lstStyle/>
          <a:p>
            <a:pPr marL="0" indent="0">
              <a:buNone/>
            </a:pPr>
            <a:r>
              <a:rPr lang="fi-FI" dirty="0" err="1">
                <a:latin typeface="Eras Light ITC" panose="020B0402030504020804" pitchFamily="34" charset="0"/>
              </a:rPr>
              <a:t>Projektipäälikkö</a:t>
            </a:r>
            <a:r>
              <a:rPr lang="fi-FI" dirty="0">
                <a:latin typeface="Eras Light ITC" panose="020B0402030504020804" pitchFamily="34" charset="0"/>
              </a:rPr>
              <a:t>: Mikko Martikainen</a:t>
            </a:r>
          </a:p>
          <a:p>
            <a:pPr marL="0" indent="0">
              <a:buNone/>
            </a:pPr>
            <a:r>
              <a:rPr lang="fi-FI" dirty="0" err="1">
                <a:latin typeface="Eras Light ITC" panose="020B0402030504020804" pitchFamily="34" charset="0"/>
              </a:rPr>
              <a:t>Front-end</a:t>
            </a:r>
            <a:r>
              <a:rPr lang="fi-FI" dirty="0">
                <a:latin typeface="Eras Light ITC" panose="020B0402030504020804" pitchFamily="34" charset="0"/>
              </a:rPr>
              <a:t> </a:t>
            </a:r>
            <a:r>
              <a:rPr lang="fi-FI" dirty="0" err="1">
                <a:latin typeface="Eras Light ITC" panose="020B0402030504020804" pitchFamily="34" charset="0"/>
              </a:rPr>
              <a:t>dev</a:t>
            </a:r>
            <a:r>
              <a:rPr lang="fi-FI" dirty="0">
                <a:latin typeface="Eras Light ITC" panose="020B0402030504020804" pitchFamily="34" charset="0"/>
              </a:rPr>
              <a:t>: Mikko Vornanen</a:t>
            </a:r>
          </a:p>
          <a:p>
            <a:pPr marL="0" indent="0">
              <a:buNone/>
            </a:pPr>
            <a:r>
              <a:rPr lang="fi-FI" dirty="0" err="1">
                <a:latin typeface="Eras Light ITC" panose="020B0402030504020804" pitchFamily="34" charset="0"/>
              </a:rPr>
              <a:t>Backend</a:t>
            </a:r>
            <a:r>
              <a:rPr lang="fi-FI" dirty="0">
                <a:latin typeface="Eras Light ITC" panose="020B0402030504020804" pitchFamily="34" charset="0"/>
              </a:rPr>
              <a:t> </a:t>
            </a:r>
            <a:r>
              <a:rPr lang="fi-FI" dirty="0" err="1">
                <a:latin typeface="Eras Light ITC" panose="020B0402030504020804" pitchFamily="34" charset="0"/>
              </a:rPr>
              <a:t>dev</a:t>
            </a:r>
            <a:r>
              <a:rPr lang="fi-FI" dirty="0">
                <a:latin typeface="Eras Light ITC" panose="020B0402030504020804" pitchFamily="34" charset="0"/>
              </a:rPr>
              <a:t>: Oskari Seppä</a:t>
            </a:r>
          </a:p>
          <a:p>
            <a:pPr marL="0" indent="0">
              <a:buNone/>
            </a:pPr>
            <a:r>
              <a:rPr lang="fi-FI" dirty="0">
                <a:latin typeface="Eras Light ITC" panose="020B0402030504020804" pitchFamily="34" charset="0"/>
              </a:rPr>
              <a:t>Graafinen suunnittelija: Claudia Viita</a:t>
            </a:r>
          </a:p>
          <a:p>
            <a:pPr marL="0" indent="0">
              <a:buNone/>
            </a:pPr>
            <a:r>
              <a:rPr lang="fi-FI" dirty="0">
                <a:latin typeface="Eras Light ITC" panose="020B0402030504020804" pitchFamily="34" charset="0"/>
              </a:rPr>
              <a:t>Testaus: Jesse Heikkinen ja Suvi </a:t>
            </a:r>
            <a:r>
              <a:rPr lang="fi-FI" dirty="0" err="1">
                <a:latin typeface="Eras Light ITC" panose="020B0402030504020804" pitchFamily="34" charset="0"/>
              </a:rPr>
              <a:t>Lauritsalo</a:t>
            </a:r>
            <a:endParaRPr lang="en-US" dirty="0">
              <a:latin typeface="Eras Light ITC" panose="020B0402030504020804" pitchFamily="34" charset="0"/>
            </a:endParaRPr>
          </a:p>
        </p:txBody>
      </p:sp>
    </p:spTree>
    <p:extLst>
      <p:ext uri="{BB962C8B-B14F-4D97-AF65-F5344CB8AC3E}">
        <p14:creationId xmlns:p14="http://schemas.microsoft.com/office/powerpoint/2010/main" val="324529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Toimeksianto</a:t>
            </a:r>
            <a:endParaRPr lang="en-US" dirty="0">
              <a:latin typeface="Eras Light ITC" panose="020B0402030504020804" pitchFamily="34" charset="0"/>
            </a:endParaRPr>
          </a:p>
        </p:txBody>
      </p:sp>
      <p:sp>
        <p:nvSpPr>
          <p:cNvPr id="4" name="Sisällön paikkamerkki 3"/>
          <p:cNvSpPr>
            <a:spLocks noGrp="1"/>
          </p:cNvSpPr>
          <p:nvPr>
            <p:ph idx="1"/>
          </p:nvPr>
        </p:nvSpPr>
        <p:spPr/>
        <p:txBody>
          <a:bodyPr/>
          <a:lstStyle/>
          <a:p>
            <a:pPr marL="0" indent="0">
              <a:buNone/>
            </a:pPr>
            <a:r>
              <a:rPr lang="fi-FI" dirty="0" err="1">
                <a:latin typeface="Eras Light ITC" panose="020B0402030504020804" pitchFamily="34" charset="0"/>
              </a:rPr>
              <a:t>Wear-Right</a:t>
            </a:r>
            <a:r>
              <a:rPr lang="fi-FI" dirty="0">
                <a:latin typeface="Eras Light ITC" panose="020B0402030504020804" pitchFamily="34" charset="0"/>
              </a:rPr>
              <a:t> palvelu, joka tarjoaa pukeutumissuosituksia halutulle ajankohdalle ja paikkakunnalle säätietojen mukaan. Palveluun saadaan myös tallennettua profiili joka sisältää käyttäjän perustiedot sekä sivuprofiilit. Lisäksi palvelun avulla tulisi pystyä suunnittelemaan matka ja saada sille säätiedot sekä pukeutumissuositukset.</a:t>
            </a:r>
          </a:p>
        </p:txBody>
      </p:sp>
    </p:spTree>
    <p:extLst>
      <p:ext uri="{BB962C8B-B14F-4D97-AF65-F5344CB8AC3E}">
        <p14:creationId xmlns:p14="http://schemas.microsoft.com/office/powerpoint/2010/main" val="1419964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Työn eteneminen</a:t>
            </a:r>
            <a:endParaRPr lang="en-US" dirty="0">
              <a:latin typeface="Eras Light ITC" panose="020B0402030504020804" pitchFamily="34" charset="0"/>
            </a:endParaRPr>
          </a:p>
        </p:txBody>
      </p:sp>
      <p:sp>
        <p:nvSpPr>
          <p:cNvPr id="4" name="Sisällön paikkamerkki 3"/>
          <p:cNvSpPr>
            <a:spLocks noGrp="1"/>
          </p:cNvSpPr>
          <p:nvPr>
            <p:ph idx="1"/>
          </p:nvPr>
        </p:nvSpPr>
        <p:spPr/>
        <p:txBody>
          <a:bodyPr/>
          <a:lstStyle/>
          <a:p>
            <a:pPr marL="0" indent="0">
              <a:buNone/>
            </a:pPr>
            <a:r>
              <a:rPr lang="fi-FI" dirty="0">
                <a:latin typeface="Eras Light ITC" panose="020B0402030504020804" pitchFamily="34" charset="0"/>
              </a:rPr>
              <a:t>Aloitusvaiheen dokumentaation jälkeen päätimme edetä ominaisuus kerrallaan ja niin pitkälle kuin aika riittää. Suunnittelusta ja ratkaisuista keskusteltiin ryhmän kesken ja päätökset saatiin tehtyä. </a:t>
            </a:r>
          </a:p>
          <a:p>
            <a:pPr marL="0" indent="0">
              <a:buNone/>
            </a:pPr>
            <a:endParaRPr lang="fi-FI" dirty="0">
              <a:latin typeface="Eras Light ITC" panose="020B0402030504020804" pitchFamily="34" charset="0"/>
            </a:endParaRPr>
          </a:p>
          <a:p>
            <a:pPr marL="0" indent="0">
              <a:buNone/>
            </a:pPr>
            <a:r>
              <a:rPr lang="fi-FI" dirty="0">
                <a:latin typeface="Eras Light ITC" panose="020B0402030504020804" pitchFamily="34" charset="0"/>
              </a:rPr>
              <a:t>Palvelun teknologioiksi valikoituivat </a:t>
            </a:r>
            <a:r>
              <a:rPr lang="fi-FI" dirty="0" err="1">
                <a:latin typeface="Eras Light ITC" panose="020B0402030504020804" pitchFamily="34" charset="0"/>
              </a:rPr>
              <a:t>VueJS</a:t>
            </a:r>
            <a:r>
              <a:rPr lang="fi-FI" dirty="0">
                <a:latin typeface="Eras Light ITC" panose="020B0402030504020804" pitchFamily="34" charset="0"/>
              </a:rPr>
              <a:t>, </a:t>
            </a:r>
            <a:r>
              <a:rPr lang="fi-FI" dirty="0" err="1">
                <a:latin typeface="Eras Light ITC" panose="020B0402030504020804" pitchFamily="34" charset="0"/>
              </a:rPr>
              <a:t>NodeJs</a:t>
            </a:r>
            <a:r>
              <a:rPr lang="fi-FI" dirty="0">
                <a:latin typeface="Eras Light ITC" panose="020B0402030504020804" pitchFamily="34" charset="0"/>
              </a:rPr>
              <a:t>, </a:t>
            </a:r>
            <a:r>
              <a:rPr lang="fi-FI" dirty="0" err="1">
                <a:latin typeface="Eras Light ITC" panose="020B0402030504020804" pitchFamily="34" charset="0"/>
              </a:rPr>
              <a:t>MySql</a:t>
            </a:r>
            <a:r>
              <a:rPr lang="fi-FI" dirty="0">
                <a:latin typeface="Eras Light ITC" panose="020B0402030504020804" pitchFamily="34" charset="0"/>
              </a:rPr>
              <a:t> ja säärajapinnaksi </a:t>
            </a:r>
            <a:r>
              <a:rPr lang="fi-FI" dirty="0" err="1">
                <a:latin typeface="Eras Light ITC" panose="020B0402030504020804" pitchFamily="34" charset="0"/>
              </a:rPr>
              <a:t>openweathermap</a:t>
            </a:r>
            <a:r>
              <a:rPr lang="fi-FI" dirty="0">
                <a:latin typeface="Eras Light ITC" panose="020B0402030504020804" pitchFamily="34" charset="0"/>
              </a:rPr>
              <a:t>.</a:t>
            </a:r>
          </a:p>
        </p:txBody>
      </p:sp>
    </p:spTree>
    <p:extLst>
      <p:ext uri="{BB962C8B-B14F-4D97-AF65-F5344CB8AC3E}">
        <p14:creationId xmlns:p14="http://schemas.microsoft.com/office/powerpoint/2010/main" val="254392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Käytetyt resurssit</a:t>
            </a:r>
            <a:endParaRPr lang="en-US" dirty="0">
              <a:latin typeface="Eras Light ITC" panose="020B0402030504020804" pitchFamily="34" charset="0"/>
            </a:endParaRPr>
          </a:p>
        </p:txBody>
      </p:sp>
      <p:sp>
        <p:nvSpPr>
          <p:cNvPr id="4" name="Sisällön paikkamerkki 3"/>
          <p:cNvSpPr>
            <a:spLocks noGrp="1"/>
          </p:cNvSpPr>
          <p:nvPr>
            <p:ph idx="1"/>
          </p:nvPr>
        </p:nvSpPr>
        <p:spPr/>
        <p:txBody>
          <a:bodyPr vert="horz" lIns="91440" tIns="45720" rIns="91440" bIns="45720" rtlCol="0" anchor="t">
            <a:normAutofit/>
          </a:bodyPr>
          <a:lstStyle/>
          <a:p>
            <a:pPr marL="0" indent="0">
              <a:buNone/>
            </a:pPr>
            <a:r>
              <a:rPr lang="fi-FI" dirty="0">
                <a:latin typeface="Eras Light ITC"/>
              </a:rPr>
              <a:t>Työtunteja projektiin kului yhteensä 350 h.</a:t>
            </a:r>
            <a:endParaRPr lang="en-US" dirty="0">
              <a:latin typeface="Eras Light ITC"/>
            </a:endParaRPr>
          </a:p>
        </p:txBody>
      </p:sp>
    </p:spTree>
    <p:extLst>
      <p:ext uri="{BB962C8B-B14F-4D97-AF65-F5344CB8AC3E}">
        <p14:creationId xmlns:p14="http://schemas.microsoft.com/office/powerpoint/2010/main" val="914898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Lopputulos</a:t>
            </a:r>
            <a:endParaRPr lang="en-US" dirty="0">
              <a:latin typeface="Eras Light ITC" panose="020B0402030504020804" pitchFamily="34" charset="0"/>
            </a:endParaRPr>
          </a:p>
        </p:txBody>
      </p:sp>
      <p:sp>
        <p:nvSpPr>
          <p:cNvPr id="4" name="Sisällön paikkamerkki 3"/>
          <p:cNvSpPr>
            <a:spLocks noGrp="1"/>
          </p:cNvSpPr>
          <p:nvPr>
            <p:ph idx="1"/>
          </p:nvPr>
        </p:nvSpPr>
        <p:spPr/>
        <p:txBody>
          <a:bodyPr vert="horz" lIns="91440" tIns="45720" rIns="91440" bIns="45720" rtlCol="0" anchor="t">
            <a:normAutofit/>
          </a:bodyPr>
          <a:lstStyle/>
          <a:p>
            <a:pPr marL="0" indent="0">
              <a:buNone/>
            </a:pPr>
            <a:r>
              <a:rPr lang="fi-FI" dirty="0">
                <a:latin typeface="Eras Light ITC"/>
              </a:rPr>
              <a:t>Palvelusta tuotettu demo sisältää profiilin luomisen, sivuprofiilien lisäämisen, tietojen muokkaamisen, säätietojen haun eri ajankohdille, matkan suunnittelun ja vaatesuositukset pää- sekä sivuprofiileille.</a:t>
            </a:r>
          </a:p>
          <a:p>
            <a:pPr marL="0" indent="0">
              <a:buNone/>
            </a:pPr>
            <a:endParaRPr lang="fi-FI" dirty="0">
              <a:latin typeface="Eras Light ITC" panose="020B0402030504020804" pitchFamily="34" charset="0"/>
            </a:endParaRPr>
          </a:p>
          <a:p>
            <a:pPr marL="0" indent="0">
              <a:buNone/>
            </a:pPr>
            <a:r>
              <a:rPr lang="fi-FI" dirty="0">
                <a:latin typeface="Eras Light ITC" panose="020B0402030504020804" pitchFamily="34" charset="0"/>
              </a:rPr>
              <a:t>Palvelun sivusto saatiin pyörimään </a:t>
            </a:r>
            <a:r>
              <a:rPr lang="fi-FI" dirty="0" err="1">
                <a:latin typeface="Eras Light ITC" panose="020B0402030504020804" pitchFamily="34" charset="0"/>
              </a:rPr>
              <a:t>gitlab</a:t>
            </a:r>
            <a:r>
              <a:rPr lang="fi-FI" dirty="0">
                <a:latin typeface="Eras Light ITC" panose="020B0402030504020804" pitchFamily="34" charset="0"/>
              </a:rPr>
              <a:t>-ympäristöön ja palvelinohjelmisto sekä tietokanta </a:t>
            </a:r>
            <a:r>
              <a:rPr lang="fi-FI" dirty="0" err="1">
                <a:latin typeface="Eras Light ITC" panose="020B0402030504020804" pitchFamily="34" charset="0"/>
              </a:rPr>
              <a:t>digital</a:t>
            </a:r>
            <a:r>
              <a:rPr lang="fi-FI" dirty="0">
                <a:latin typeface="Eras Light ITC" panose="020B0402030504020804" pitchFamily="34" charset="0"/>
              </a:rPr>
              <a:t> </a:t>
            </a:r>
            <a:r>
              <a:rPr lang="fi-FI" dirty="0" err="1">
                <a:latin typeface="Eras Light ITC" panose="020B0402030504020804" pitchFamily="34" charset="0"/>
              </a:rPr>
              <a:t>ocean</a:t>
            </a:r>
            <a:r>
              <a:rPr lang="fi-FI" dirty="0">
                <a:latin typeface="Eras Light ITC" panose="020B0402030504020804" pitchFamily="34" charset="0"/>
              </a:rPr>
              <a:t>-palveluun. </a:t>
            </a:r>
          </a:p>
          <a:p>
            <a:pPr marL="0" indent="0">
              <a:buNone/>
            </a:pPr>
            <a:endParaRPr lang="fi-FI" dirty="0">
              <a:latin typeface="Eras Light ITC" panose="020B0402030504020804" pitchFamily="34" charset="0"/>
            </a:endParaRPr>
          </a:p>
          <a:p>
            <a:pPr marL="0" indent="0">
              <a:buNone/>
            </a:pPr>
            <a:r>
              <a:rPr lang="fi-FI" dirty="0">
                <a:latin typeface="Eras Light ITC"/>
              </a:rPr>
              <a:t>Palvelulle saatiin myös tuotettua ja ajettua yksi </a:t>
            </a:r>
            <a:r>
              <a:rPr lang="fi-FI" dirty="0" err="1">
                <a:latin typeface="Eras Light ITC"/>
              </a:rPr>
              <a:t>RobotFramework</a:t>
            </a:r>
            <a:r>
              <a:rPr lang="fi-FI" dirty="0">
                <a:latin typeface="Eras Light ITC"/>
              </a:rPr>
              <a:t>-testi sekä suunniteltua testaustapaukset. </a:t>
            </a:r>
            <a:endParaRPr lang="fi-FI" dirty="0">
              <a:latin typeface="Eras Light ITC" panose="020B0402030504020804" pitchFamily="34" charset="0"/>
            </a:endParaRPr>
          </a:p>
          <a:p>
            <a:pPr marL="0" indent="0">
              <a:buNone/>
            </a:pPr>
            <a:endParaRPr lang="fi-FI" dirty="0">
              <a:latin typeface="Eras Light ITC" panose="020B0402030504020804" pitchFamily="34" charset="0"/>
            </a:endParaRPr>
          </a:p>
          <a:p>
            <a:pPr marL="0" indent="0">
              <a:buNone/>
            </a:pPr>
            <a:endParaRPr lang="fi-FI" dirty="0">
              <a:latin typeface="Eras Light ITC" panose="020B0402030504020804" pitchFamily="34" charset="0"/>
            </a:endParaRPr>
          </a:p>
        </p:txBody>
      </p:sp>
    </p:spTree>
    <p:extLst>
      <p:ext uri="{BB962C8B-B14F-4D97-AF65-F5344CB8AC3E}">
        <p14:creationId xmlns:p14="http://schemas.microsoft.com/office/powerpoint/2010/main" val="1219055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endParaRPr lang="fi-FI" dirty="0">
              <a:latin typeface="Eras Light ITC" panose="020B0402030504020804" pitchFamily="34" charset="0"/>
            </a:endParaRPr>
          </a:p>
        </p:txBody>
      </p:sp>
      <p:pic>
        <p:nvPicPr>
          <p:cNvPr id="3" name="Picture 4" descr="A screenshot of a cell phone&#10;&#10;Description generated with very high confidence">
            <a:extLst>
              <a:ext uri="{FF2B5EF4-FFF2-40B4-BE49-F238E27FC236}">
                <a16:creationId xmlns:a16="http://schemas.microsoft.com/office/drawing/2014/main" id="{E0F2BD30-2A96-4522-8EFC-6E40EF622C2C}"/>
              </a:ext>
            </a:extLst>
          </p:cNvPr>
          <p:cNvPicPr>
            <a:picLocks noGrp="1" noChangeAspect="1"/>
          </p:cNvPicPr>
          <p:nvPr>
            <p:ph idx="1"/>
          </p:nvPr>
        </p:nvPicPr>
        <p:blipFill>
          <a:blip r:embed="rId3"/>
          <a:stretch>
            <a:fillRect/>
          </a:stretch>
        </p:blipFill>
        <p:spPr>
          <a:xfrm>
            <a:off x="338529" y="543672"/>
            <a:ext cx="11523909" cy="5713973"/>
          </a:xfrm>
          <a:prstGeom prst="rect">
            <a:avLst/>
          </a:prstGeom>
        </p:spPr>
      </p:pic>
    </p:spTree>
    <p:extLst>
      <p:ext uri="{BB962C8B-B14F-4D97-AF65-F5344CB8AC3E}">
        <p14:creationId xmlns:p14="http://schemas.microsoft.com/office/powerpoint/2010/main" val="189317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Demo</a:t>
            </a:r>
            <a:endParaRPr lang="en-US" dirty="0">
              <a:latin typeface="Eras Light ITC" panose="020B0402030504020804" pitchFamily="34" charset="0"/>
            </a:endParaRPr>
          </a:p>
        </p:txBody>
      </p:sp>
      <p:sp>
        <p:nvSpPr>
          <p:cNvPr id="4" name="Sisällön paikkamerkki 3"/>
          <p:cNvSpPr>
            <a:spLocks noGrp="1"/>
          </p:cNvSpPr>
          <p:nvPr>
            <p:ph idx="1"/>
          </p:nvPr>
        </p:nvSpPr>
        <p:spPr/>
        <p:txBody>
          <a:bodyPr/>
          <a:lstStyle/>
          <a:p>
            <a:pPr marL="0" indent="0">
              <a:buNone/>
            </a:pPr>
            <a:r>
              <a:rPr lang="en-US" dirty="0" err="1">
                <a:latin typeface="Eras Light ITC" panose="020B0402030504020804" pitchFamily="34" charset="0"/>
                <a:hlinkClick r:id="rId3"/>
              </a:rPr>
              <a:t>Linkki</a:t>
            </a:r>
            <a:r>
              <a:rPr lang="en-US" dirty="0">
                <a:latin typeface="Eras Light ITC" panose="020B0402030504020804" pitchFamily="34" charset="0"/>
                <a:hlinkClick r:id="rId3"/>
              </a:rPr>
              <a:t> </a:t>
            </a:r>
            <a:r>
              <a:rPr lang="en-US" dirty="0" err="1">
                <a:latin typeface="Eras Light ITC" panose="020B0402030504020804" pitchFamily="34" charset="0"/>
                <a:hlinkClick r:id="rId3"/>
              </a:rPr>
              <a:t>Demoon</a:t>
            </a:r>
            <a:endParaRPr lang="en-US" dirty="0">
              <a:latin typeface="Eras Light ITC" panose="020B0402030504020804" pitchFamily="34" charset="0"/>
            </a:endParaRPr>
          </a:p>
        </p:txBody>
      </p:sp>
    </p:spTree>
    <p:extLst>
      <p:ext uri="{BB962C8B-B14F-4D97-AF65-F5344CB8AC3E}">
        <p14:creationId xmlns:p14="http://schemas.microsoft.com/office/powerpoint/2010/main" val="138980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a:rPr>
              <a:t>Ongelmat</a:t>
            </a:r>
            <a:endParaRPr lang="en-US" dirty="0">
              <a:latin typeface="Eras Light ITC" panose="020B0402030504020804" pitchFamily="34" charset="0"/>
            </a:endParaRPr>
          </a:p>
        </p:txBody>
      </p:sp>
      <p:sp>
        <p:nvSpPr>
          <p:cNvPr id="4" name="Sisällön paikkamerkki 3"/>
          <p:cNvSpPr>
            <a:spLocks noGrp="1"/>
          </p:cNvSpPr>
          <p:nvPr>
            <p:ph idx="1"/>
          </p:nvPr>
        </p:nvSpPr>
        <p:spPr/>
        <p:txBody>
          <a:bodyPr vert="horz" lIns="91440" tIns="45720" rIns="91440" bIns="45720" rtlCol="0" anchor="t">
            <a:normAutofit/>
          </a:bodyPr>
          <a:lstStyle/>
          <a:p>
            <a:pPr marL="0" indent="0">
              <a:buNone/>
            </a:pPr>
            <a:r>
              <a:rPr lang="fi-FI" dirty="0">
                <a:latin typeface="Eras Light ITC"/>
              </a:rPr>
              <a:t>Suurempia ongelmia ei projektin aikana ilmaantunut. Teknisellä puolella joidenkin </a:t>
            </a:r>
            <a:r>
              <a:rPr lang="fi-FI" dirty="0" err="1">
                <a:latin typeface="Eras Light ITC"/>
              </a:rPr>
              <a:t>VueJs:n</a:t>
            </a:r>
            <a:r>
              <a:rPr lang="fi-FI" dirty="0">
                <a:latin typeface="Eras Light ITC"/>
              </a:rPr>
              <a:t> komponenttien käytössä ilmeni hiukan ongelmia, mutta ne saatiin kuitenkin ratkaistua ja ominaisuudet toimimaan.</a:t>
            </a:r>
            <a:endParaRPr lang="en-US" dirty="0"/>
          </a:p>
        </p:txBody>
      </p:sp>
    </p:spTree>
    <p:extLst>
      <p:ext uri="{BB962C8B-B14F-4D97-AF65-F5344CB8AC3E}">
        <p14:creationId xmlns:p14="http://schemas.microsoft.com/office/powerpoint/2010/main" val="1079118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Otsikko 1"/>
          <p:cNvSpPr>
            <a:spLocks noGrp="1"/>
          </p:cNvSpPr>
          <p:nvPr>
            <p:ph type="title"/>
          </p:nvPr>
        </p:nvSpPr>
        <p:spPr/>
        <p:txBody>
          <a:bodyPr/>
          <a:lstStyle/>
          <a:p>
            <a:r>
              <a:rPr lang="fi-FI" dirty="0">
                <a:latin typeface="Eras Light ITC" panose="020B0402030504020804" pitchFamily="34" charset="0"/>
              </a:rPr>
              <a:t>Saavutukset – Mitä opittiin</a:t>
            </a:r>
            <a:endParaRPr lang="en-US" dirty="0">
              <a:latin typeface="Eras Light ITC" panose="020B0402030504020804" pitchFamily="34" charset="0"/>
            </a:endParaRPr>
          </a:p>
        </p:txBody>
      </p:sp>
      <p:sp>
        <p:nvSpPr>
          <p:cNvPr id="4" name="Sisällön paikkamerkki 3"/>
          <p:cNvSpPr>
            <a:spLocks noGrp="1"/>
          </p:cNvSpPr>
          <p:nvPr>
            <p:ph idx="1"/>
          </p:nvPr>
        </p:nvSpPr>
        <p:spPr/>
        <p:txBody>
          <a:bodyPr vert="horz" lIns="91440" tIns="45720" rIns="91440" bIns="45720" rtlCol="0" anchor="t">
            <a:normAutofit/>
          </a:bodyPr>
          <a:lstStyle/>
          <a:p>
            <a:r>
              <a:rPr lang="fi-FI" dirty="0">
                <a:latin typeface="Eras Light ITC" panose="020B0402030504020804" pitchFamily="34" charset="0"/>
              </a:rPr>
              <a:t>Ryhmässä projektin suunnittelu ja läpivienti</a:t>
            </a:r>
          </a:p>
          <a:p>
            <a:r>
              <a:rPr lang="fi-FI" dirty="0">
                <a:latin typeface="Eras Light ITC"/>
              </a:rPr>
              <a:t>Uudet teknologiat</a:t>
            </a:r>
          </a:p>
          <a:p>
            <a:r>
              <a:rPr lang="fi-FI" dirty="0">
                <a:latin typeface="Eras Light ITC" panose="020B0402030504020804" pitchFamily="34" charset="0"/>
              </a:rPr>
              <a:t>Testaustyökalujen käyttö</a:t>
            </a:r>
          </a:p>
          <a:p>
            <a:r>
              <a:rPr lang="fi-FI" dirty="0">
                <a:latin typeface="Eras Light ITC"/>
              </a:rPr>
              <a:t>Dokumentaation tuottaminen</a:t>
            </a:r>
            <a:endParaRPr lang="fi-FI" dirty="0">
              <a:latin typeface="Eras Light ITC" panose="020B0402030504020804" pitchFamily="34" charset="0"/>
            </a:endParaRPr>
          </a:p>
          <a:p>
            <a:pPr marL="0" indent="0">
              <a:buNone/>
            </a:pPr>
            <a:endParaRPr lang="fi-FI" dirty="0">
              <a:latin typeface="Eras Light ITC" panose="020B0402030504020804" pitchFamily="34" charset="0"/>
            </a:endParaRPr>
          </a:p>
        </p:txBody>
      </p:sp>
    </p:spTree>
    <p:extLst>
      <p:ext uri="{BB962C8B-B14F-4D97-AF65-F5344CB8AC3E}">
        <p14:creationId xmlns:p14="http://schemas.microsoft.com/office/powerpoint/2010/main" val="1030829531"/>
      </p:ext>
    </p:extLst>
  </p:cSld>
  <p:clrMapOvr>
    <a:masterClrMapping/>
  </p:clrMapOvr>
</p:sld>
</file>

<file path=ppt/theme/theme1.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167</Words>
  <Application>Microsoft Office PowerPoint</Application>
  <PresentationFormat>Widescreen</PresentationFormat>
  <Paragraphs>25</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Office-teema</vt:lpstr>
      <vt:lpstr>Wear-Right</vt:lpstr>
      <vt:lpstr>Team-B</vt:lpstr>
      <vt:lpstr>Toimeksianto</vt:lpstr>
      <vt:lpstr>Työn eteneminen</vt:lpstr>
      <vt:lpstr>Käytetyt resurssit</vt:lpstr>
      <vt:lpstr>Lopputulos</vt:lpstr>
      <vt:lpstr>PowerPoint Presentation</vt:lpstr>
      <vt:lpstr>Demo</vt:lpstr>
      <vt:lpstr>Ongelmat</vt:lpstr>
      <vt:lpstr>Saavutukset – Mitä opittiin</vt:lpstr>
    </vt:vector>
  </TitlesOfParts>
  <Company>JAMK/IT/LabraNet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Wear-Right</dc:title>
  <dc:creator>Mikko Martikainen</dc:creator>
  <cp:lastModifiedBy>Mikko Martikainen</cp:lastModifiedBy>
  <cp:revision>95</cp:revision>
  <dcterms:created xsi:type="dcterms:W3CDTF">2019-04-18T09:11:58Z</dcterms:created>
  <dcterms:modified xsi:type="dcterms:W3CDTF">2019-04-22T21:15:51Z</dcterms:modified>
</cp:coreProperties>
</file>